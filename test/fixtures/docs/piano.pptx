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Piano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 nuovi negozi a 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200.000 euro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