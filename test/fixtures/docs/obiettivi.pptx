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Vendite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Gen</c:v>
                </c:pt>
                <c:pt idx="1">
                  <c:v>Feb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Ricordarsi di citare il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Piano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Obiettivo uno</a:t>
            </a:r>
          </a:p>
          <a:p>
            <a:r>
              <a:t>Obiettivo due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Trimestre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Ricavi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Costi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2743200" cy="914400"/>
            <a:chOff x="914400" y="914400"/>
            <a:chExt cx="27432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Testo in un gruppo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5720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Box a destra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Grafico vendite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